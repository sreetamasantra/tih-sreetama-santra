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 — Baseline Modelling &amp; Mentor Review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179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Predictor  ·  Linear Regression  ·  Per-Temperature Results  ·  Modelling Direction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8046720" cy="0"/>
          </a:xfrm>
          <a:prstGeom prst="line">
            <a:avLst/>
          </a:prstGeom>
          <a:noFill/>
          <a:ln w="12700">
            <a:solidFill>
              <a:srgbClr val="3A6F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482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Sreetama Santra  |  IEM, Salt Lake, Kolkata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TIH IIT Guwahati  |  Mentor: T. Vamsikrishna  |  Group S2  |  Week 3 — Day 15  |  2026-09-03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8046720" cy="1371600"/>
          </a:xfrm>
          <a:prstGeom prst="roundRect">
            <a:avLst>
              <a:gd name="adj" fmla="val 5333"/>
            </a:avLst>
          </a:prstGeom>
          <a:solidFill>
            <a:srgbClr val="253D52"/>
          </a:solidFill>
          <a:ln w="12700">
            <a:solidFill>
              <a:srgbClr val="3A55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8529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27248"/>
            <a:ext cx="7680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V1 frozen (Day 12).  9 features confirmed (Day 13).  1,849,732 training rows  ·  272,565 validation rows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split: Mixed1–6 (train), Mixed7 (val), Mixed8 + drive cycles (test)  ·  Scaler fitted on training 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MAE, RMSE, R²  ·  Evaluated per-temperature and per-SoC-range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634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2: Results Summary   ·   Slide 3: Per-Temperature   ·   Slide 4: Key Plots   ·   Slide 5: Modelling Direction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91440"/>
            <a:ext cx="8430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|  Baseline Results Summary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035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baselines trained and evaluated on frozen Dataset V1 split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 Metrics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024128"/>
          </a:xfrm>
          <a:prstGeom prst="roundRect">
            <a:avLst>
              <a:gd name="adj" fmla="val 5357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463040"/>
            <a:ext cx="658368" cy="237744"/>
          </a:xfrm>
          <a:prstGeom prst="roundRect">
            <a:avLst>
              <a:gd name="adj" fmla="val 15385"/>
            </a:avLst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" y="14630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Baseline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Predictor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463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22.33%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463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26.41%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463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−0.016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1792224"/>
            <a:ext cx="7571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training mean SoC (53.4%) for every row regardless of input. Represents the absolute performance floor — any real model must beat this.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505456"/>
            <a:ext cx="8503920" cy="1024128"/>
          </a:xfrm>
          <a:prstGeom prst="roundRect">
            <a:avLst>
              <a:gd name="adj" fmla="val 5357"/>
            </a:avLst>
          </a:prstGeom>
          <a:solidFill>
            <a:srgbClr val="D6E4F0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2578608"/>
            <a:ext cx="658368" cy="237744"/>
          </a:xfrm>
          <a:prstGeom prst="roundRect">
            <a:avLst>
              <a:gd name="adj" fmla="val 1538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" y="257860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" y="2578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578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4.98%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578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7.04%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578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0.928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" y="2907792"/>
            <a:ext cx="7571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single hyperplane through the 9-feature space. Explains 92.8% of variance in SoC. MAE = 4.98% is good for a linear model but exceeds our 3% target.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621024"/>
            <a:ext cx="8503920" cy="1024128"/>
          </a:xfrm>
          <a:prstGeom prst="roundRect">
            <a:avLst>
              <a:gd name="adj" fmla="val 5357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" y="3694176"/>
            <a:ext cx="658368" cy="237744"/>
          </a:xfrm>
          <a:prstGeom prst="roundRect">
            <a:avLst>
              <a:gd name="adj" fmla="val 15385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9768" y="36941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Goal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" y="36941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(RF / XGBoost)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3694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&lt; 3.0%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3694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&lt; 4.0%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694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&gt; 0.96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023360"/>
            <a:ext cx="7571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from gradient boosting / ensemble methods based on literature. Kollmeyer 2020 DNN achieved &lt; 1.5% RMSE on this exact dataset.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590288"/>
            <a:ext cx="8503920" cy="384048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475488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reduces MAE by 17.35% vs mean baseline (77.6% relative reduction). R² = 0.928 confirms strong linear signal but MAE = 4.98% still exceeds the 3% target → RF and XGBoost are needed.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91440"/>
            <a:ext cx="8430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|  Per-Temperature &amp; Per-SoC-Range Results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035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identifying where the model fails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by Temperature (Validation)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4160520" cy="2743200"/>
        </p:xfrm>
        <a:graphic>
          <a:graphicData uri="http://schemas.openxmlformats.org/drawingml/2006/table">
            <a:tbl>
              <a:tblPr/>
              <a:tblGrid>
                <a:gridCol w="914400"/>
                <a:gridCol w="868680"/>
                <a:gridCol w="82296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rows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40°C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−10.60  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25°C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67,234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 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10°C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63,324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 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0°C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55,539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 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−10°C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49,939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0.932 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−20°C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34,682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0.705  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663440" y="107899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by SoC Range (Validation)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89888"/>
          <a:ext cx="4160520" cy="1572768"/>
        </p:xfrm>
        <a:graphic>
          <a:graphicData uri="http://schemas.openxmlformats.org/drawingml/2006/table">
            <a:tbl>
              <a:tblPr/>
              <a:tblGrid>
                <a:gridCol w="960120"/>
                <a:gridCol w="868680"/>
                <a:gridCol w="77724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rows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20%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49,381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+ non-linear 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– 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181,652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performance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– 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41,517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S-curve uptick 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663440" y="3072384"/>
            <a:ext cx="4160520" cy="1993392"/>
          </a:xfrm>
          <a:prstGeom prst="roundRect">
            <a:avLst>
              <a:gd name="adj" fmla="val 2752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4800600" y="316382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4800600" y="3493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40°C anomaly:  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5925312" y="34930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R²=−10.60 because Mixed7 at 40°C has only 1,847 rows — the short-session files we flagged in Day 7. Not representative.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4800600" y="38953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−20°C worst:  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5925312" y="38953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11.67% — voltage-SoC correlation r=0.664 at −20°C. Linear model cannot capture the compressed, noisy signal.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4800600" y="4297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10°C best:  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5925312" y="4297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2.93% — only temperature that already beats the 3% target with a linear model.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4800600" y="4700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SoC worst:  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5925312" y="47000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7.82% in 0–20% range. Sparse data (7.9% of rows) + steep S-curve = linear model failure zone.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91440"/>
            <a:ext cx="8430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|  Baseline Prediction Plots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035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notebook — 5000-point sample of validation set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1 — Actual vs Predicted (Validation, 5000 sample)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8503920" cy="1664208"/>
          </a:xfrm>
          <a:prstGeom prst="roundRect">
            <a:avLst>
              <a:gd name="adj" fmla="val 3297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5488" y="1444752"/>
            <a:ext cx="82296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Baseline (left panel): flat horizontal line at 53.4% SoC. Predicts same value for every input. Perfect prediction line (red dashes) shows how far this is from correct.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(right panel): points cluster around the diagonal but with visible scatter. Over-prediction at low SoC (0–20%) and under-prediction at high SoC (80–100%) confirm the model misses the S-curve at the edges.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310896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2 — Residuals (Linear Regression)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383280"/>
            <a:ext cx="8503920" cy="1600200"/>
          </a:xfrm>
          <a:prstGeom prst="roundRect">
            <a:avLst>
              <a:gd name="adj" fmla="val 3429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5488" y="3474720"/>
            <a:ext cx="82296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panel (residual vs actual SoC): systematic pattern — positive residuals at low SoC (over-predicts) and negative residuals at high SoC (under-predicts). Classic sign of a linear model fitting a non-linear curve. The error is NOT random — it has structure that a non-linear model can capture.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panel (residual distribution): approximately normal, centred near zero (mean residual = 0.20%), confirming no systematic bias in the overall prediction. The spread (±15–20%) confirms the wide error range that justifies moving to Random Forest.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91440"/>
            <a:ext cx="8430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|  Modelling Direction &amp; Mentor Confirmation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035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based on baseline results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Baseline Tells 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5303520" cy="804672"/>
          </a:xfrm>
          <a:prstGeom prst="roundRect">
            <a:avLst>
              <a:gd name="adj" fmla="val 6818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5488" y="1481328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is viable in the mid-SoC range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1755648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3.90% in the 20–80% SoC range is close to our 3% target. The linear relationship is strongest here — voltage changes gradually and predictably.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5303520" cy="804672"/>
          </a:xfrm>
          <a:prstGeom prst="roundRect">
            <a:avLst>
              <a:gd name="adj" fmla="val 6818"/>
            </a:avLst>
          </a:prstGeom>
          <a:solidFill>
            <a:srgbClr val="FADADD"/>
          </a:solidFill>
          <a:ln w="12700">
            <a:solidFill>
              <a:srgbClr val="F5B7B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5488" y="237744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model is essential at the extremes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" y="2651760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7.82% at 0–20% SoC and 6.35% at 80–100% SoC. The residual plot shows a clear systematic pattern — not random noise. Random Forest and XGBoost can capture this.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3182112"/>
            <a:ext cx="5303520" cy="804672"/>
          </a:xfrm>
          <a:prstGeom prst="roundRect">
            <a:avLst>
              <a:gd name="adj" fmla="val 6818"/>
            </a:avLst>
          </a:prstGeom>
          <a:solidFill>
            <a:srgbClr val="FADADD"/>
          </a:solidFill>
          <a:ln w="12700">
            <a:solidFill>
              <a:srgbClr val="F5B7B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5488" y="3273552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temperature performance is the hardest challenge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" y="3547872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11.67% at −20°C. The voltage-SoC correlation drops to r=0.664 at −20°C. A model that trains across all 6 temperatures and uses non-linear splits will handle this better.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4078224"/>
            <a:ext cx="5303520" cy="804672"/>
          </a:xfrm>
          <a:prstGeom prst="roundRect">
            <a:avLst>
              <a:gd name="adj" fmla="val 6818"/>
            </a:avLst>
          </a:prstGeom>
          <a:solidFill>
            <a:srgbClr val="FFF2CC"/>
          </a:solidFill>
          <a:ln w="12700">
            <a:solidFill>
              <a:srgbClr val="F9E79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5488" y="4169664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40°C validation anomaly needs clarification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" y="444398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−10.60 at 40°C with only 1,847 validation rows. The Mixed7 at 40°C file is unusually short. This is a data quality flag, not a model failure.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107899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Modelling Plan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1389888"/>
            <a:ext cx="3063240" cy="713232"/>
          </a:xfrm>
          <a:prstGeom prst="roundRect">
            <a:avLst>
              <a:gd name="adj" fmla="val 7692"/>
            </a:avLst>
          </a:prstGeom>
          <a:solidFill>
            <a:srgbClr val="D6E4F0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870448" y="14630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729984" y="146304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870448" y="173736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n_estimators=100, feature importance, per-temp evaluation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760720" y="2194560"/>
            <a:ext cx="3063240" cy="713232"/>
          </a:xfrm>
          <a:prstGeom prst="roundRect">
            <a:avLst>
              <a:gd name="adj" fmla="val 7692"/>
            </a:avLst>
          </a:prstGeom>
          <a:solidFill>
            <a:srgbClr val="D6E4F0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870448" y="22677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729984" y="2267712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870448" y="254203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n_estimators=500, early stopping on val RMSE, regularisation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760720" y="2999232"/>
            <a:ext cx="3063240" cy="713232"/>
          </a:xfrm>
          <a:prstGeom prst="roundRect">
            <a:avLst>
              <a:gd name="adj" fmla="val 7692"/>
            </a:avLst>
          </a:prstGeom>
          <a:solidFill>
            <a:srgbClr val="D6E4F0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870448" y="3072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729984" y="307238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Review 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870448" y="3346704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table: LR vs RF vs XGBoost, all metrics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760720" y="3803904"/>
            <a:ext cx="3063240" cy="713232"/>
          </a:xfrm>
          <a:prstGeom prst="roundRect">
            <a:avLst>
              <a:gd name="adj" fmla="val 7692"/>
            </a:avLst>
          </a:prstGeom>
          <a:solidFill>
            <a:srgbClr val="D6E4F0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870448" y="38770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19–21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729984" y="387705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870448" y="4151376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per SoC range, temp generalisation study (EXP-004)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760720" y="4626864"/>
            <a:ext cx="3063240" cy="731520"/>
          </a:xfrm>
          <a:prstGeom prst="roundRect">
            <a:avLst>
              <a:gd name="adj" fmla="val 7500"/>
            </a:avLst>
          </a:prstGeom>
          <a:solidFill>
            <a:srgbClr val="FFF2CC"/>
          </a:solidFill>
          <a:ln w="12700">
            <a:solidFill>
              <a:srgbClr val="F9E79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5897880" y="47000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Confirmation Needed: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897880" y="49377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Proceed with RF and XGBoost as primary next models?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Investigate 40°C Mixed7 short-file anomaly before test evaluation?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2026-09-12T14:44:08Z</dcterms:created>
  <dcterms:modified xsi:type="dcterms:W3CDTF">2026-09-12T14:44:08Z</dcterms:modified>
</cp:coreProperties>
</file>