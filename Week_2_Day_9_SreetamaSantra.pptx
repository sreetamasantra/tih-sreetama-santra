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32323"/>
                </a:solidFill>
                <a:latin typeface="Arial"/>
              </a:rPr>
              <a:t>Week 2 — Day 9 | Data Quality Findings &amp; Cleaning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Arial"/>
              </a:rPr>
              <a:t>Mentor Review 3 · Based on actual audit of 364,168 valid rows across 6 temperature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822960" cy="228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F5F5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Arial"/>
              </a:rPr>
              <a:t>Dataset audited: LG HG2 18650 | 208 CSV files | 6 temperatures | 364,168 valid TABLE rows (after PAU filter) | 0 random missing values in any sensor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Missing Values —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25780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0 NaN in Voltage, Current, Temperature, Capacity after PAU filter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1 unit-row artifact per file — fixed by drop(index=0) on load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No sensor dropout detected across any of the 208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Outliers — 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257800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• 5,373 IQR outliers in Voltage (1.48%) — valid extreme SoC readings near 2.8V at −20°C and 4.2V at full charge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• Removing them would eliminate critical low/high SoC data from the model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• Rule: Use physical bounds only (2.5V–4.3V). No IQR-based removal.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Duplicates —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25780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21,654 exact duplicates (5.9%) — valid rest-state readings between drive cycles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74,253 near-duplicates V,I,T match (20.4%) — capacity still increments each row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Rule: Do NOT deduplicate. These rows carry SoC continuity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79476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PAU Rows — Remove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525780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Exactly 6,001 PAU rows per Mixed1 file across all 6 temperatures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PAU = tester paused. Readings are rest-state, not representative of active driving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20">
                <a:solidFill>
                  <a:srgbClr val="232323"/>
                </a:solidFill>
                <a:latin typeface="Arial"/>
              </a:defRPr>
            </a:pPr>
            <a:r>
              <a:t>• Rule: Filter Status = PAU before any EDA, feature engineering, or model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Temperature Self-Heating (Key Finding)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33872"/>
            <a:ext cx="5257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Battery self-heats under load by up to 4.73°C at −20°C. The measured Temperature column deviates from folder nominal by up to ±4°C. Must use measured Temperature as input feature — never the folder name.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53212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SoC Coverage Drops at Cold Temps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833872"/>
            <a:ext cx="5257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SoC span: 86.3% at 25°C but only 52.9% at −20°C. Models trained on 25°C data will not have seen the full SoC range at cold temperatures. Per-temperature evaluation is essential.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32323"/>
                </a:solidFill>
                <a:latin typeface="Arial"/>
              </a:rPr>
              <a:t>Proposed Cleaning Plan &amp; Split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Arial"/>
              </a:rPr>
              <a:t>10 rules — 4 active cleaning steps and 6 architectural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822960" cy="228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F5F5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Active Cleaning Rules (do these)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5F5F5F"/>
                </a:solidFill>
                <a:latin typeface="Arial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32323"/>
                </a:solidFill>
                <a:latin typeface="Arial"/>
              </a:rPr>
              <a:t>Drop unit-row at index 0 after header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48006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F5F5F"/>
                </a:solidFill>
                <a:latin typeface="Arial"/>
              </a:rPr>
              <a:t>Unit descriptor row (V, A, °C, Ah) causes all sensor columns to parse as object dtype. Must be removed before numeric conversion.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79192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5F5F5F"/>
                </a:solidFill>
                <a:latin typeface="Arial"/>
              </a:rP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9192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32323"/>
                </a:solidFill>
                <a:latin typeface="Arial"/>
              </a:rPr>
              <a:t>Filter Status = PAU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8006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F5F5F"/>
                </a:solidFill>
                <a:latin typeface="Arial"/>
              </a:rPr>
              <a:t>PAU = tester paused. 6,001 rows per Mixed1 file. Readings not representative of active drive cycle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66744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5F5F5F"/>
                </a:solidFill>
                <a:latin typeface="Arial"/>
              </a:rPr>
              <a:t>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66744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32323"/>
                </a:solidFill>
                <a:latin typeface="Arial"/>
              </a:rPr>
              <a:t>Force numeric dtype on all sensor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50207"/>
            <a:ext cx="48006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F5F5F"/>
                </a:solidFill>
                <a:latin typeface="Arial"/>
              </a:rPr>
              <a:t>pd.to_numeric(errors='coerce') ensures consistent float dtype. Silent failures in arithmetic are prevented.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54296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5F5F5F"/>
                </a:solidFill>
                <a:latin typeface="Arial"/>
              </a:rPr>
              <a:t>R7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54296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32323"/>
                </a:solidFill>
                <a:latin typeface="Arial"/>
              </a:rPr>
              <a:t>Exclude Charge files with fewer than 500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59"/>
            <a:ext cx="48006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F5F5F"/>
                </a:solidFill>
                <a:latin typeface="Arial"/>
              </a:rPr>
              <a:t>Charge1 at 25°C has only 131 rows — CV tail only. Too few rows for reliable Remaining Charging Time label derivation.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325880"/>
            <a:ext cx="5303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Architectural Constraints (don't violate these)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691640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Do NOT remove IQR voltage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5,373 outliers are valid extreme-SoC readings. Removing them deletes critical data from the model's training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59736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59736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Do NOT deduplicate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724912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20.4% near-duplicates are valid rest-state sensor readings. Capacity column still increments — these rows are needed for SoC continuity.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27832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27832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Use measured Temperature — not folder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493008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Self-heating under load means actual temperature deviates up to 4.73°C from nominal. Folder name is inaccurate as a feature.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995928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995928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Split by file — never by 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261104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Row-level splitting destroys temporal order and allows future sensor readings into the training set (leakage).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64024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764024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Fit scaler on training data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Fitting on the full dataset leaks test statistics into the scaler and inflates test performance.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5321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5F5F5F"/>
                </a:solidFill>
                <a:latin typeface="Arial"/>
              </a:rPr>
              <a:t>R10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532120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32323"/>
                </a:solidFill>
                <a:latin typeface="Arial"/>
              </a:rPr>
              <a:t>Compute rolling features within each 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797296"/>
            <a:ext cx="480060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Arial"/>
              </a:rPr>
              <a:t>Rolling across file boundaries introduces data from one session into another — cross-file temporal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232323"/>
                </a:solidFill>
                <a:latin typeface="Arial"/>
              </a:rPr>
              <a:t>Split Logic, Open Questions &amp; Mentor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Arial"/>
              </a:rPr>
              <a:t>Proposed train/val/test split and items for mentor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822960" cy="228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F5F5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32323"/>
                </a:solidFill>
                <a:latin typeface="Arial"/>
              </a:rPr>
              <a:t>Proposed Train / Validation / 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54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84831"/>
            <a:ext cx="2971800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Mixed1–6 from all 6 temperature folders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Charge1–12 from all 6 temperatures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Random mixed drive cycles cover diverse SoC trajectories. Charge files provide CC-CV data for Remaining Charging Time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37360"/>
            <a:ext cx="3154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084831"/>
            <a:ext cx="2971800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Mixed7 from all 6 temperature folders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Charge13–14 from all 6 temperatures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Same cycle type as training but different session. Used only for hyperparameter tuning and early stopping — never for final model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37360"/>
            <a:ext cx="3154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32323"/>
                </a:solidFill>
                <a:latin typeface="Arial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084831"/>
            <a:ext cx="2971800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Mixed8, UDDS, HWFET, LA92, US06 from all 6 temps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Charge15–16 from all 6 temperatures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50">
                <a:solidFill>
                  <a:srgbClr val="232323"/>
                </a:solidFill>
                <a:latin typeface="Arial"/>
              </a:defRPr>
            </a:pPr>
            <a:r>
              <a:t>• Standard drive cycles are completely unseen during training. Tests generalization to real-world EV usage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5943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32323"/>
                </a:solidFill>
                <a:latin typeface="Arial"/>
              </a:rPr>
              <a:t>Rule: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49039"/>
            <a:ext cx="102870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Arial"/>
              </a:rPr>
              <a:t>Every file stays entirely in one split. No row shuffling. No cross-file rolling. Scaler fit on training files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32323"/>
                </a:solidFill>
                <a:latin typeface="Arial"/>
              </a:rPr>
              <a:t>Questions for Mentor + Corrections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45152"/>
            <a:ext cx="571500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Q1 — SoC derivation: per segment or continuous?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Q2 — Q_nominal: temperature-specific or fixed 3.0 Ah?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Q3 — Split: Mixed1-6 train, Mixed7 val, Mixed8+drive test?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Q4 — Charge files under 500 rows: exclude or keep?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Q5 — Do NOT remove IQR voltage outliers: confirmed?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080">
                <a:solidFill>
                  <a:srgbClr val="232323"/>
                </a:solidFill>
                <a:latin typeface="Arial"/>
              </a:defRPr>
            </a:pPr>
            <a:r>
              <a:t>• Q6 — Acceptable SoC MAE threshold for this project?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2976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232323"/>
                </a:solidFill>
                <a:latin typeface="Arial"/>
              </a:rPr>
              <a:t>Mentor corrections: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63440"/>
            <a:ext cx="4389120" cy="11887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F5F5F"/>
                </a:solidFill>
                <a:latin typeface="Arial"/>
              </a:rPr>
              <a:t>________________________________</a:t>
            </a:r>
            <a:br/>
            <a:r>
              <a:t>________________________________</a:t>
            </a:r>
            <a:br/>
            <a:r>
              <a:t>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