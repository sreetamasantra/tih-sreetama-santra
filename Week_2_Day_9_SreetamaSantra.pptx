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 — Cleaning Proposal &amp; Mentor Review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Findings  ·  Proposed Cleaning Rules  ·  Split Strategy  ·  Leakage Prevention  ·  Mentor Decision Points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2267712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3957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Sreetama Santra  |  12024052019052  |  IEM, Salt Lake, Kolkata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TIH IIT Guwahati  |  AI/ML Internship 2026  |  Week 2 — Day 9  |  2026-08-28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3090672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321868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 LG HG2 18650 Li-ion Battery Dataset (McMaster University, Dr. Phillip Kollmeyer)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 CSV files  ·  6 temperature conditions (−20°C to 40°C)  ·  400,174 total rows  ·  364,168 valid TABLE rows after PAU filter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scope: All 6 Mixed1 files — statistics computed on unmodified raw data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2: Data Quality Findings   ·   Slide 3: Cleaning Rules &amp; Justification   ·   Slide 4: Split Strategy &amp; Mentor Decisions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49194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Findings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computed on 364,168 valid TABLE rows from 6 Mixed1 files — no cleaning applied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1261872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17043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719072" y="1170432"/>
            <a:ext cx="82296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117043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Rows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42032" y="1170432"/>
            <a:ext cx="74980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87752" y="11704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91840" y="1170432"/>
            <a:ext cx="150876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11704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Range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800600" y="1170432"/>
            <a:ext cx="141732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17043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Bounds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17920" y="1170432"/>
            <a:ext cx="1170432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170432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Outliers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88352" y="1170432"/>
            <a:ext cx="74980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34072" y="117043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1572768"/>
            <a:ext cx="126187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157276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(V)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719072" y="1572768"/>
            <a:ext cx="8229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64792" y="157276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364,168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542032" y="1572768"/>
            <a:ext cx="749808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87752" y="1572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91840" y="1572768"/>
            <a:ext cx="15087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37560" y="157276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2.795 V to 4.202 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800600" y="1572768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1572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V to 4.25 V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17920" y="1572768"/>
            <a:ext cx="117043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1572768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5,373  (1.48%)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88352" y="1572768"/>
            <a:ext cx="749808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34072" y="157276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57200" y="1975104"/>
            <a:ext cx="126187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197510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(A)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719072" y="1975104"/>
            <a:ext cx="822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764792" y="197510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364,168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542032" y="1975104"/>
            <a:ext cx="74980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587752" y="19751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91840" y="1975104"/>
            <a:ext cx="15087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37560" y="197510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−16.89 A to +6.00 A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800600" y="1975104"/>
            <a:ext cx="1417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46320" y="197510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 A to +10 A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17920" y="1975104"/>
            <a:ext cx="11704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1975104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— N/A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388352" y="1975104"/>
            <a:ext cx="749808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34072" y="19751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7200" y="2377440"/>
            <a:ext cx="126187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02920" y="237744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(°C)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719072" y="2377440"/>
            <a:ext cx="8229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764792" y="237744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364,168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542032" y="2377440"/>
            <a:ext cx="749808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587752" y="23774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291840" y="2377440"/>
            <a:ext cx="15087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37560" y="23774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−19.98 to +40.17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00600" y="2377440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46320" y="23774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−30°C to +60°C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217920" y="2377440"/>
            <a:ext cx="117043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63640" y="237744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Self-heating noted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88352" y="2377440"/>
            <a:ext cx="749808" cy="384048"/>
          </a:xfrm>
          <a:prstGeom prst="rect">
            <a:avLst/>
          </a:prstGeom>
          <a:solidFill>
            <a:srgbClr val="FFF8E1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434072" y="23774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57200" y="2779776"/>
            <a:ext cx="126187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02920" y="277977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(Ah)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1719072" y="2779776"/>
            <a:ext cx="822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764792" y="277977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364,168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2542032" y="2779776"/>
            <a:ext cx="74980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587752" y="2779776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3291840" y="2779776"/>
            <a:ext cx="15087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27797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−2.590 to 0.000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00600" y="2779776"/>
            <a:ext cx="1417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846320" y="277977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Ah to 0 Ah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217920" y="2779776"/>
            <a:ext cx="11704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63640" y="2779776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 zeros (valid)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388352" y="2779776"/>
            <a:ext cx="749808" cy="384048"/>
          </a:xfrm>
          <a:prstGeom prst="rect">
            <a:avLst/>
          </a:prstGeom>
          <a:solidFill>
            <a:srgbClr val="FFF8E1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434072" y="2779776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57200" y="3182112"/>
            <a:ext cx="126187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02920" y="318211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WhAccu (Wh)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1719072" y="3182112"/>
            <a:ext cx="8229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764792" y="318211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364,168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542032" y="3182112"/>
            <a:ext cx="749808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587752" y="318211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3291840" y="3182112"/>
            <a:ext cx="15087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337560" y="31821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−9.6 to 0.000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800600" y="3182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846320" y="31821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Capacity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6217920" y="3182112"/>
            <a:ext cx="117043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263640" y="3182112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7388352" y="3182112"/>
            <a:ext cx="749808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434072" y="3182112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57200" y="3584448"/>
            <a:ext cx="126187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502920" y="358444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719072" y="3584448"/>
            <a:ext cx="8229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764792" y="35844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400,174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2542032" y="3584448"/>
            <a:ext cx="74980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587752" y="358444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3291840" y="3584448"/>
            <a:ext cx="15087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3337560" y="35844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or PAU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800600" y="3584448"/>
            <a:ext cx="14173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846320" y="35844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6217920" y="3584448"/>
            <a:ext cx="11704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263640" y="3584448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36,006 PAU (9.0%)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7388352" y="3584448"/>
            <a:ext cx="749808" cy="384048"/>
          </a:xfrm>
          <a:prstGeom prst="rect">
            <a:avLst/>
          </a:prstGeom>
          <a:solidFill>
            <a:srgbClr val="FFEBEE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434072" y="358444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457200" y="3986784"/>
            <a:ext cx="126187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502920" y="398678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Stamp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1719072" y="3986784"/>
            <a:ext cx="8229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764792" y="39867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364,168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2542032" y="3986784"/>
            <a:ext cx="749808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2587752" y="398678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(0.00%)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3291840" y="3986784"/>
            <a:ext cx="150876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337560" y="39867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— all 6 files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4800600" y="3986784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846320" y="398678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increasing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217920" y="3986784"/>
            <a:ext cx="1170432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6263640" y="3986784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non-monotonic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7388352" y="3986784"/>
            <a:ext cx="749808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7434072" y="398678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457200" y="4645152"/>
            <a:ext cx="8229600" cy="0"/>
          </a:xfrm>
          <a:prstGeom prst="line">
            <a:avLst/>
          </a:prstGeom>
          <a:noFill/>
          <a:ln w="10160">
            <a:solidFill>
              <a:srgbClr val="CCCCCC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457200" y="470001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1:  Battery self-heats under load by up to 4.73°C at −20°C. The measured Temperature column must be used as input — never the folder name.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2:  SoC span drops from 86.3% at 25°C to only 52.9% at −20°C. Per-temperature evaluation is essential.</a:t>
            </a:r>
            <a:endParaRPr lang="en-US" sz="900" dirty="0"/>
          </a:p>
        </p:txBody>
      </p:sp>
      <p:sp>
        <p:nvSpPr>
          <p:cNvPr id="119" name="Text 117"/>
          <p:cNvSpPr txBox="1"/>
          <p:nvPr/>
        </p:nvSpPr>
        <p:spPr>
          <a:xfrm>
            <a:off x="8366760" y="49194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Cleaning Rules with Justification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active cleaning steps · 6 architectural constraints · all grounded in actual data findings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875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Cleaning Steps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350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335024"/>
            <a:ext cx="256032" cy="20116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3350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13350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unit descriptor row (index 0 after header parse)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9105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Causes all sensor columns to parse as object dtype. 1 occurrence per file.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88366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df.drop(index=0).reset_index(drop=True)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2231136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67712"/>
            <a:ext cx="256032" cy="20116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2677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" y="226771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rows where Status = PAU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2374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36,006 PAU rows detected. PAU = tester paused. Not representative of active drive-cycle behavior.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81635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df = df[df['Status'] == 'TABLE']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200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256032" cy="20116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200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320040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numeric dtype on all sensor columns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4564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Mixed-type columns cause silent arithmetic failures. Unit row is the root cause.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374904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pd.to_numeric(df[col], errors='coerce') for each sensor column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4096512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413308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4133088"/>
            <a:ext cx="256032" cy="20116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3308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4133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Charge files with fewer than 500 rows  [Provisional]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3891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Charge1 at 25°C: only 131 rows — CV tail only. Too few rows for Remaining Charging Time labels.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817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if len(df) &gt;= 500: include  ←  threshold provisional, pending mentor confirmation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709160" y="9875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Constraints — Do Not Violate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09160" y="1298448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1335024"/>
            <a:ext cx="292608" cy="201168"/>
          </a:xfrm>
          <a:prstGeom prst="rect">
            <a:avLst/>
          </a:prstGeom>
          <a:solidFill>
            <a:srgbClr val="7B1F1F"/>
          </a:solidFill>
          <a:ln w="12700">
            <a:solidFill>
              <a:srgbClr val="7B1F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09160" y="133502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056632" y="1335024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remove IQR-flagged voltage outliers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709160" y="157276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5,373 (1.48%) are valid extreme-SoC readings at 2.8V (−20°C) and 4.2V (full). Verified physical bounds 2.5V–4.25V. No out-of-range values in 364,168 rows.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09160" y="1920240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09160" y="1956816"/>
            <a:ext cx="292608" cy="201168"/>
          </a:xfrm>
          <a:prstGeom prst="rect">
            <a:avLst/>
          </a:prstGeom>
          <a:solidFill>
            <a:srgbClr val="7B1F1F"/>
          </a:solidFill>
          <a:ln w="12700">
            <a:solidFill>
              <a:srgbClr val="7B1F1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709160" y="1956816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5056632" y="1956816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deduplicate rows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709160" y="2194560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21,654 exact and 74,253 near-duplicates are valid rest-state readings. Capacity column increments each row — required for SoC derivation.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09160" y="2542032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09160" y="2578608"/>
            <a:ext cx="292608" cy="201168"/>
          </a:xfrm>
          <a:prstGeom prst="rect">
            <a:avLst/>
          </a:prstGeom>
          <a:solidFill>
            <a:srgbClr val="7B1F1F"/>
          </a:solidFill>
          <a:ln w="12700">
            <a:solidFill>
              <a:srgbClr val="7B1F1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709160" y="2578608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5056632" y="257860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measured Temperature column — not folder name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709160" y="281635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Self-heating up to 4.73°C at −20°C. Folder name is inaccurate. Always use df['Temperature'].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709160" y="3163824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09160" y="3200400"/>
            <a:ext cx="292608" cy="201168"/>
          </a:xfrm>
          <a:prstGeom prst="rect">
            <a:avLst/>
          </a:prstGeom>
          <a:solidFill>
            <a:srgbClr val="7B1F1F"/>
          </a:solidFill>
          <a:ln w="12700">
            <a:solidFill>
              <a:srgbClr val="7B1F1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709160" y="32004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056632" y="320040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file — never by row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4709160" y="34381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split destroys temporal order and injects future sensor values into training — data leakage.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09160" y="3785616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09160" y="3822192"/>
            <a:ext cx="292608" cy="201168"/>
          </a:xfrm>
          <a:prstGeom prst="rect">
            <a:avLst/>
          </a:prstGeom>
          <a:solidFill>
            <a:srgbClr val="7B1F1F"/>
          </a:solidFill>
          <a:ln w="12700">
            <a:solidFill>
              <a:srgbClr val="7B1F1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709160" y="382219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R9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5056632" y="382219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StandardScaler on training data only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4709160" y="4059936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on full dataset leaks test distribution statistics into the scaler, inflating test performance.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09160" y="4407408"/>
            <a:ext cx="397764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09160" y="4443984"/>
            <a:ext cx="292608" cy="201168"/>
          </a:xfrm>
          <a:prstGeom prst="rect">
            <a:avLst/>
          </a:prstGeom>
          <a:solidFill>
            <a:srgbClr val="7B1F1F"/>
          </a:solidFill>
          <a:ln w="12700">
            <a:solidFill>
              <a:srgbClr val="7B1F1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709160" y="4443984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5056632" y="4443984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rolling features within each file only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4709160" y="468172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across file boundaries introduces cross-session data — temporal leakage.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0" y="987552"/>
            <a:ext cx="0" cy="40233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366760" y="49194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Strategy, Leakage Prevention &amp; Mentor Decision Points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File-level split — designed to prevent all forms of temporal leakage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87552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File-Level Train / Validation / Test Split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658368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298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133856" y="1298448"/>
            <a:ext cx="2084832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79576" y="1298448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Included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36976" y="1298448"/>
            <a:ext cx="2395728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82696" y="129844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658368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2103120"/>
            <a:ext cx="566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133856" y="2103120"/>
            <a:ext cx="2084832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79576" y="2103120"/>
            <a:ext cx="19933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Mixed1–Mixed6  (all 6 temps)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Charge1–Charge12  (all 6 temps)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36976" y="2103120"/>
            <a:ext cx="2395728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82696" y="210312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drive cycles cover diverse SoC trajectories. Charge files provide CC-CV sequences for Remaining Charging Time labels.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6583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2907792"/>
            <a:ext cx="566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33856" y="2907792"/>
            <a:ext cx="208483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79576" y="2907792"/>
            <a:ext cx="19933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Mixed7  (all 6 temps)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Charge13–Charge14  (all 6 temps)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36976" y="2907792"/>
            <a:ext cx="239572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82696" y="2907792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type as training but different session. Used only for hyperparameter tuning and early stopping.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712464"/>
            <a:ext cx="658368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2920" y="3712464"/>
            <a:ext cx="566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33856" y="3712464"/>
            <a:ext cx="2084832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9576" y="3712464"/>
            <a:ext cx="19933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Mixed8, UDDS, HWFET, LA92, US06  (all 6 temps)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Charge15–Charge16  (all 6 temps)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36976" y="3712464"/>
            <a:ext cx="2395728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82696" y="371246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drive cycles completely unseen during training. Tests generalisation to unseen drive-cycle patterns.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645152"/>
            <a:ext cx="5166360" cy="0"/>
          </a:xfrm>
          <a:prstGeom prst="line">
            <a:avLst/>
          </a:prstGeom>
          <a:noFill/>
          <a:ln w="1016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4700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Prevention:  Each file assigned entirely to one split.  No row shuffling.  Rolling features computed within each file.  Scaler fit on training only.  Timestamps monotonically increasing in all 6 files (0 violations).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06440" y="987552"/>
            <a:ext cx="0" cy="4078224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0" y="9875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Review / Decision Points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0" y="128016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confirm or correct the following: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943600" y="1572768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0" y="16093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943600" y="1609344"/>
            <a:ext cx="25603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943600" y="16093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263640" y="160934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derivation — per test segment, or continuous across the full file?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943600" y="2066544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0" y="210312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943600" y="2103120"/>
            <a:ext cx="25603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43600" y="210312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210312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Q_nominal — temperature-specific from Cap_1C files, or fixed 3.0 Ah for all temperatures?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43600" y="2560320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43600" y="259689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943600" y="2596896"/>
            <a:ext cx="25603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43600" y="259689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6263640" y="259689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confirmed — Mixed1-6 train, Mixed7 val, Mixed8 + drive cycles test?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943600" y="3054096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943600" y="309067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943600" y="3090672"/>
            <a:ext cx="25603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943600" y="309067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3090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500-row Charge file threshold — acceptable, or should a different value be used?  [Provisional]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943600" y="3547872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943600" y="358444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943600" y="3584448"/>
            <a:ext cx="25603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43600" y="358444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58444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remove 5,373 IQR voltage outliers — confirmed? Physical bounds: 2.5V to 4.25V?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943600" y="4041648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43600" y="4078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943600" y="4078224"/>
            <a:ext cx="25603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943600" y="4078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6263640" y="40782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SoC MAE threshold — must error be below a specific % for BMS use?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943600" y="4572000"/>
            <a:ext cx="283464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943600" y="462686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/ Notes: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5943600" y="482803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_________________________________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8366760" y="49194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2026-09-08T13:46:11Z</dcterms:created>
  <dcterms:modified xsi:type="dcterms:W3CDTF">2026-09-08T13:46:11Z</dcterms:modified>
</cp:coreProperties>
</file>