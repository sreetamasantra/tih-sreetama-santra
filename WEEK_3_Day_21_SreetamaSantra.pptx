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— Best Candidate Review &amp; Week 4 Direction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summary  ·  Baseline vs tuned  ·  Ablation findings  ·  Failures  ·  Week 4 plan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865376"/>
            <a:ext cx="8046720" cy="0"/>
          </a:xfrm>
          <a:prstGeom prst="line">
            <a:avLst/>
          </a:prstGeom>
          <a:noFill/>
          <a:ln w="12700">
            <a:solidFill>
              <a:srgbClr val="3A6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Sreetama Santra  |  IEM, Salt Lake, Kolkata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 IIT Guwahati  |  Mentor: T. Vamsikrishna  |  Group S2  |  Week 3 — Day 21  |  2026-09-09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8046720" cy="2084832"/>
          </a:xfrm>
          <a:prstGeom prst="roundRect">
            <a:avLst>
              <a:gd name="adj" fmla="val 3509"/>
            </a:avLst>
          </a:prstGeom>
          <a:solidFill>
            <a:srgbClr val="253D52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16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Work Completed: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906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15: Baseline — Mean predictor (MAE=22.33%) and Linear Regression (MAE=4.98%)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832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16: Ensemble — RF overfitting discovered (gap=9.68%), RF without time_elapsed (MAE=4.52%)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758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17: MLP Small (MAE=2.49%) and MLP Medium (MAE=2.29%) — beats 3% target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684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18: Comparison review — XGBoost MAE=3.53%, MLP Medium shortlisted as #1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19: Hyperparameter search — 9 configs, best EXP-H03 (256,128,64) MAE=2.31%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537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20: Ablation — Temperature is critical (+2.07%), failure zones identified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Baseline→Tuned   ·   Slide 3: Ablation Findings   ·   Slide 4: Successes &amp; Failures   ·   Slide 5: Week 4 Plan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Baseline → Tuned: Full Progression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SoC models on Dataset V1 validation set · 8 features (no time_elapsed)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Progression — SoC Estimation (Validation Set)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01752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22960"/>
                <a:gridCol w="868680"/>
                <a:gridCol w="731520"/>
                <a:gridCol w="914400"/>
                <a:gridCol w="10515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MAE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floor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(no time)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with time_elapsed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9.68% ⚠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without time_elapsed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— 283 trees, no time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Small (64,32)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Medium (128,64,32)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Tuned EXP-H03 (256,128,64)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5488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baseline: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22.33% → 2.31%  (−20.02 pp, 89.7% reduction)  ·  R²: −0.016 → 0.986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4498848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36592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benchmark (same dataset):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36592" y="47548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Kollmeyer 2020 DNN RMSE&lt;1.5%  ·  Chemali 2018 LSTM MAE&lt;1.0%  ·  Our MLP RMSE=3.07%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Project-Specific Study — Ablation &amp; Robustness Findings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experiments run on Day 20 — where the model fails and why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EXP-A1: Error by SoC Range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4160520" cy="2633472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2402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data + S-curve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Near-full-charge failure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EXP-A2: Temperature Robustness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89888"/>
          <a:ext cx="4160520" cy="2029968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 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 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 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 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3493008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800600" y="3566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EXP-A3: Feature Ablation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the ONLY critical feature: removing it raises MAE by +2.07%.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features are informationally redundant — removing any single one actually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improves MAE (multicollinearity effect).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63440" y="4206240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800600" y="4279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EXP-A4: Discharge Phase Analysis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4517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discharge: MAE=6.02%  (voltage drops rapidly under load)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low-current: MAE=3.97%  (voltage near OCV, more predictable)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MAE=5.45%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0040" y="4114800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75488" y="4187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Insight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44256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not just a context feature — it is the single most informative signal for cross-condition SoC estimation on the LG HG2 dataset. Without it, the model cannot distinguish between SoC levels at −20°C and 25°C even when voltage readings are identical.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Representative Successes, Failures &amp; Remaining Weaknesses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best model does well — where it still struggles — what is fixable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succeeds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60520" cy="786384"/>
          </a:xfrm>
          <a:prstGeom prst="roundRect">
            <a:avLst>
              <a:gd name="adj" fmla="val 697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5488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Mid-SoC range (40–80%)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719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MAE=3.16–3.23%. The flat mid-range of the voltage-SoC S-curve is the most data-rich zone. Model learns this relationship well with abundant training examples.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160520" cy="786384"/>
          </a:xfrm>
          <a:prstGeom prst="roundRect">
            <a:avLst>
              <a:gd name="adj" fmla="val 697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" y="2340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Room temperature (25°C)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25968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MAE=2.03%, R²=0.990. Best individual condition. Clear voltage-SoC signal (r=0.965) and maximum data volume combine for near-literature-level performance.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145536"/>
            <a:ext cx="4160520" cy="786384"/>
          </a:xfrm>
          <a:prstGeom prst="roundRect">
            <a:avLst>
              <a:gd name="adj" fmla="val 697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Rest-state prediction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3474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MAE=3.97% at rest vs 6.02% during active discharge. When current is near zero, voltage is close to OCV and carries a strong predictable SoC signal.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023360"/>
            <a:ext cx="4160520" cy="786384"/>
          </a:xfrm>
          <a:prstGeom prst="roundRect">
            <a:avLst>
              <a:gd name="adj" fmla="val 697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5488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Generalisation (overfitting control)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gap=0.79%. Early stopping and Adam optimiser prevent the model from memorising training files. Consistent train-val performance across all 9 hyperparameter configs.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fails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89888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18888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Near full charge — 90–100% SoC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17190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MAE=9.95%. Sparse training data (only 4% of rows) + steep S-curve uptick. The model systematically under-predicts in this zone (negative residuals near 100% SoC).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35915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18888" y="2432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Extreme cold — −20°C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18888" y="268833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MAE=7.17%, R²=0.868. Voltage-SoC signal degrades to r=0.664. The battery's usable SoC span is only 52.9%, so the model never sees low SoC at this temperature.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328416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18888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Active discharge transients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818888" y="36576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MAE=6.02% during active discharge vs 3.97% at rest. Rapid voltage drops under current pulses are hard to map to SoC — the model lags behind fast transients.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429768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18888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Phase boundary transitions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18888" y="462686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binned mean residual plot shows the model over-predicts at low SoC and under-predicts at high SoC — a systematic S-curve fitting bias that a feedforward MLP cannot fully resolve.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Week 4 Direction — Proposed Plan &amp; Mentor Approval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 · error analysis · report · presentation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Week 4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72768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Full-Dataset Final Training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1737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MLP EXP-H03 (256,128,64) on full 6-temperature training set (1.85M rows). Evaluate on frozen test set: Mixed8, UDDS, HWFET, LA92, US06.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286000"/>
            <a:ext cx="457200" cy="457200"/>
          </a:xfrm>
          <a:prstGeom prst="ellipse">
            <a:avLst/>
          </a:prstGeom>
          <a:solidFill>
            <a:srgbClr val="217A6E"/>
          </a:solidFill>
          <a:ln w="12700">
            <a:solidFill>
              <a:srgbClr val="217A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2194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Error Analysis Report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24505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Per-temperature and per-SoC-range breakdown on test set. Residual plots. Comparison table: LR vs XGBoost vs MLP on test set. Document unexpected errors.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2999232"/>
            <a:ext cx="457200" cy="457200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Consolidation + Feedback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316382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test set results with S2 group. Document one peer finding and update hypotheses from actual test performance.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712464"/>
            <a:ext cx="457200" cy="457200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25-26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69264" y="3621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Technical Report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387705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internship report: problem, dataset, methods, experiments, results, ablation findings, limitations, future work. IEEE-style format.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" y="442569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976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969264" y="4334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Preparation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" y="45902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 for final mentor presentation covering all 4 weeks. Include model demo / prediction walkthrough.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95604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" y="5138928"/>
            <a:ext cx="457200" cy="457200"/>
          </a:xfrm>
          <a:prstGeom prst="ellipse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768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969264" y="5047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Submission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69264" y="53035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mentor. Submit all deliverables, code, model artefacts, and experiment logs to GitHub and task portal.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1078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Approval Needed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1389888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15584" y="1536192"/>
            <a:ext cx="256032" cy="256032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15584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14813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confirmed as MLP EXP-H03 (256,128,64)?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199339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15584" y="2139696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15584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208483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full test set (Mixed8 + all drive cycles) on Day 22?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15000" y="259689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815584" y="274320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155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126480" y="268833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XGBoost in final report as secondary candidate?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15000" y="320040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815584" y="3346704"/>
            <a:ext cx="256032" cy="256032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815584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6126480" y="32918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Charging Time: include as future work only (Charge file pipeline not complete)?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15000" y="3803904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815584" y="3950208"/>
            <a:ext cx="256032" cy="256032"/>
          </a:xfrm>
          <a:prstGeom prst="ellipse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815584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126480" y="38953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90–100% SoC failure zone acceptable or must it be resolved before Week 4?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715000" y="4407408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15584" y="4553712"/>
            <a:ext cx="256032" cy="256032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815584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6126480" y="449884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report format: internship report only, or also a paper draft?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15000" y="5010912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5852160" y="50657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notes / corrections: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2026-09-18T13:38:48Z</dcterms:created>
  <dcterms:modified xsi:type="dcterms:W3CDTF">2026-09-18T13:38:48Z</dcterms:modified>
</cp:coreProperties>
</file>