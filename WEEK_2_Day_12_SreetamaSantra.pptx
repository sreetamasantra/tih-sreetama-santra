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— EDA &amp; Preprocessing Review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361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  ·  Target Distributions  ·  Correlations  ·  Leakage Checks  ·  Dataset V1 Freeze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12700">
            <a:solidFill>
              <a:srgbClr val="3A6F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Sreetama Santra  |  IEM, Salt Lake, Kolkata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9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 IIT Guwahati  |  Mentor: T. Vamsikrishna  |  Group S2  |  Week 2 — Day 12  |  2026-08-31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8046720" cy="1207008"/>
          </a:xfrm>
          <a:prstGeom prst="roundRect">
            <a:avLst>
              <a:gd name="adj" fmla="val 6061"/>
            </a:avLst>
          </a:prstGeom>
          <a:solidFill>
            <a:srgbClr val="253D52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803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LG HG2 18650 Li-ion Battery Dataset (McMaster University, Dr. Phillip Kollmeyer)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45536"/>
            <a:ext cx="7680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CSV files  ·  6 temperature conditions (−20°C to 40°C)  ·  400,174 total rows  ·  364,168 valid TABLE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complete: 10 cleaning rules applied  ·  Train: 1,849,732 rows  ·  Val: 272,565 rows  ·  Test: 1,956,241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engineered features  ·  StandardScaler fitted on training only  ·  Leakage check: all 3 set intersections = 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2: Cleaning Summary   ·   Slide 3: Target Distribution   ·   Slide 4: Correlation Findings   ·   Slide 5: Leakage Verification   ·   Slide 6: Dataset V1 Freeze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Cleaning Summary — 10 Rules Applied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found, what was done, and what was deliberately kept unchanged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(4 active steps)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406908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48132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4813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4813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unit row (index 0)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29768" y="1737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1 NaN per key column per file. Unit strings V, A, °C, Ah cause object dtype.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29768" y="201168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5C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df.drop(index=0).reset_index(drop=True)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06908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37744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23774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Status = PAU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" y="26334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36,006 PAU rows (9.0% of total). Tester-paused state, not representative of active drive.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" y="290779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5C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df[df['Status'] == 'TABLE']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406908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327355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" y="32735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numeric dtype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" y="3529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Mixed-type columns after R1. Coerce ensures clean float64 across all sensor columns.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380390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5C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pd.to_numeric(df[col], errors='coerce')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078224"/>
            <a:ext cx="4069080" cy="804672"/>
          </a:xfrm>
          <a:prstGeom prst="roundRect">
            <a:avLst>
              <a:gd name="adj" fmla="val 6818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416966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9768" y="41696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1696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Charge files &lt; 500 rows  [Provisional]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" y="44256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Charge1 at 25°C = 131 rows. CV tail only — insufficient for RCT label derivation.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429768" y="470001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5C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len(df) &gt;= 500: include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107899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(6 architectural constraints)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1389888"/>
            <a:ext cx="4251960" cy="877824"/>
          </a:xfrm>
          <a:prstGeom prst="roundRect">
            <a:avLst>
              <a:gd name="adj" fmla="val 625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81728" y="1481328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81728" y="148132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047488" y="1481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voltage outliers KEPT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681728" y="1719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5,373 outliers (1.48%) are valid extreme-SoC readings. Removing them deletes critical training data near 0% and 100% SoC.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322576"/>
            <a:ext cx="4251960" cy="731520"/>
          </a:xfrm>
          <a:prstGeom prst="roundRect">
            <a:avLst>
              <a:gd name="adj" fmla="val 75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81728" y="241401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81728" y="24140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047488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KEPT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681728" y="265176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74,253 near-duplicate rows are valid rest-state readings. Capacity still increments — required for SoC derivation.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3108960"/>
            <a:ext cx="4251960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81728" y="3200400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81728" y="32004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047488" y="32004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Temperature used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681728" y="343814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Self-heating up to 4.73°C at −20°C. Folder name is inaccurate. Always df['Temperature'].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3822192"/>
            <a:ext cx="4251960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81728" y="3913632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81728" y="391363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047488" y="3913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split — no row shuffle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681728" y="41513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data is time-series. Row shuffle injects future readings into training (temporal leakage).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0" y="4535424"/>
            <a:ext cx="4251960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81728" y="4626864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681728" y="46268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047488" y="4626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fitted on training only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681728" y="48646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full dataset leaks test distribution into scaler — inflates test performance.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0" y="5248656"/>
            <a:ext cx="4251960" cy="658368"/>
          </a:xfrm>
          <a:prstGeom prst="roundRect">
            <a:avLst>
              <a:gd name="adj" fmla="val 8333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81728" y="5340096"/>
            <a:ext cx="310896" cy="219456"/>
          </a:xfrm>
          <a:prstGeom prst="roundRect">
            <a:avLst>
              <a:gd name="adj" fmla="val 16667"/>
            </a:avLst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681728" y="534009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5047488" y="5340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 per file only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681728" y="55778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rolling introduces readings from a different session — cross-session temporal leakage.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Target Distributions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derived via Coulomb counting · Remaining Charging Time from Charge file timestamps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Distribution (derived from Capacity column)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005840"/>
                <a:gridCol w="5029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— near full discharge. Models may underperform here.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– 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average density. Cold temp sessions end before reaching this range.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– 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116,752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data here. Mid-SoC is the dominant operating region.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– 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density. Standard mid-to-high range.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–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102,325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density. Battery starts each session near full charge.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310128"/>
            <a:ext cx="4114800" cy="1481328"/>
          </a:xfrm>
          <a:prstGeom prst="roundRect">
            <a:avLst>
              <a:gd name="adj" fmla="val 3704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Key Findings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6758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derived per file via:  SoC(t) = 100 + (Capacity_t / Q_nominal) × 100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95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Temperature-specific Q_nominal used (2.59 Ah at 25°C → 1.59 Ah at −20°C)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14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0–20% region is sparse (7.9%) — evaluate this range separately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34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−20°C, SoC span is only 52.9% — model sees upper half only for cold conditions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553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Bimodal pattern: spike at 80–100% (session start) + mid-SoC bulk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17720" y="3310128"/>
            <a:ext cx="4206240" cy="1481328"/>
          </a:xfrm>
          <a:prstGeom prst="roundRect">
            <a:avLst>
              <a:gd name="adj" fmla="val 3704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754880" y="3401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Charging Time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3675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Derived from Charge files: RCT = timestamp_end − timestamp_current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3895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 of charge = Current drops below 150 mA (C/20 threshold in CV phase)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41148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Charge files &lt; 500 rows excluded — represent CV tail only (R7, provisional)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RCT is highly non-linear: last 20% of charge takes as long as first 70–80%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 phase: RCT decreases predictably  ·  CV phase: RCT decreases slowly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|  Correlation Findings &amp; Feature Decisions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EDA Day 10 — all values from actual data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with SoC (combined, 364,168 rows)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521208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22960"/>
                <a:gridCol w="2148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with SoC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Include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raw predictor. Non-linear S-curve. Input feature.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EXCLUDE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— SoC is derived from Capacity. Using it = identity mapping.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Include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raw corr, critical via engineered features (rolling, dV/dt, flag).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Include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raw corr, essential context. Must be measured value, not folder.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(V×|I|)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Include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negative — high discharge power at mid/low SoC. Useful signal.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20040" y="34015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Voltage-SoC Correlation by Temperature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3694176"/>
            <a:ext cx="804672" cy="685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20040" y="3749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197864" y="3694176"/>
            <a:ext cx="804672" cy="685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197864" y="3749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97864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25°C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075688" y="3694176"/>
            <a:ext cx="804672" cy="685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075688" y="3749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075688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10°C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953512" y="3694176"/>
            <a:ext cx="804672" cy="685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953512" y="3749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953512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0°C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31336" y="3694176"/>
            <a:ext cx="804672" cy="685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831336" y="3749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0.804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831336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−10°C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3694176"/>
            <a:ext cx="804672" cy="685800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709160" y="37490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−20°C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20040" y="44622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 degrades significantly at cold temperatures. r=0.664 at −20°C vs 0.970 at 40°C. Models trained on warm data will underestimate difficulty at cold conditions.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15000" y="1078992"/>
            <a:ext cx="3108960" cy="3749040"/>
          </a:xfrm>
          <a:prstGeom prst="roundRect">
            <a:avLst>
              <a:gd name="adj" fmla="val 176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870448" y="117043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(9 total)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870448" y="1481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717536" y="148132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— strongest predictor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5870448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717536" y="182880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— charge/discharge direction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5870448" y="2176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717536" y="217627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value — context for SoC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870448" y="2523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717536" y="25237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|I| — energy flow rate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5870448" y="2871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rolling_mean_voltage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717536" y="28712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10-row window — smooths noise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5870448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rolling_mean_current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717536" y="321868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10-row window — recent trend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870448" y="35661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dV/dt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7717536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rate — signals SoC transitions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5870448" y="3913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time_elapsed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7717536" y="391363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 — seconds from start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870448" y="4261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cc_cv_flag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7717536" y="426110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|I| &lt; 0.5A → CV phase indicator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5870448" y="462686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excluded — leakage risk (r=0.968 with SoC)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|  Leakage Verification &amp; Split Summary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leakage checks passed — Dataset V1 is clean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 (file-level)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627632"/>
            <a:ext cx="512064" cy="51206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481328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Mixed1–6 (all 6 temps)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Charge1–12 (all 6 temps)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1481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1,849,732 rows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177393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SoC trajectories + CC-CV charging sequences for RCT target.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" y="2724912"/>
            <a:ext cx="512064" cy="512064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578608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Mixed7 (all 6 temps)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Charge13–14 (all 6 temps)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889504" y="2578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272,565 rows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287121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type, different session. For hyperparameter tuning and early stopping only.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" y="3822192"/>
            <a:ext cx="512064" cy="512064"/>
          </a:xfrm>
          <a:prstGeom prst="ellipse">
            <a:avLst/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" y="3822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675888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Mixed8, UDDS, HWFET, LA92, US06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6 temps) + Charge15–16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889504" y="36758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1,956,241 rows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889504" y="396849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drive cycles completely unseen during training. Tests generalisation to unseen drive-cycle patterns.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10789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Verification Results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13898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93024" y="14721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93024" y="1472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5870448" y="1481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∩ Val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14813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files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18470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93024" y="19293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93024" y="19293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870448" y="1938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∩ Test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19385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files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60720" y="23042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93024" y="23865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93024" y="2386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870448" y="23957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∩ Test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406640" y="23957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files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60720" y="27614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93024" y="28437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93024" y="28437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870448" y="28529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monotonic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406640" y="28529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violations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60720" y="32186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93024" y="33009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93024" y="33009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870448" y="33101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 rows in training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7406640" y="33101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0" y="36758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93024" y="37581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93024" y="37581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870448" y="37673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in features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406640" y="37673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after cleaning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760720" y="41330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93024" y="42153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93024" y="42153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5870448" y="4224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test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7406640" y="42245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60720" y="45902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193024" y="4672584"/>
            <a:ext cx="530352" cy="219456"/>
          </a:xfrm>
          <a:prstGeom prst="roundRect">
            <a:avLst>
              <a:gd name="adj" fmla="val 16667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193024" y="467258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5870448" y="46817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across files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7406640" y="468172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" y="4462272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475488" y="4553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leakage checks passed. Dataset V1 is ready for model training.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|  Dataset Version 1 — Freeze Declaration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preprocessing locked for reproducible model training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V1 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X_train_scaled.npy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1444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(1,849,732 × 9) — Scaled training features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8912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X_val_scaled.npy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395728" y="1883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(272,565 × 9) — Scaled validation features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8912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X_test_scaled.npy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395728" y="23225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(1,956,241 × 9) — Scaled test features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706624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38912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y_train_soc.npy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395728" y="2761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labels for training set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38912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y_val_soc.npy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395728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labels for validation 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584448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38912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y_test_soc.npy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395728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labels for test set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4023360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38912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scaler.joblib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395728" y="40782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fitted on training data only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46227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38912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feature_cols.joblib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395728" y="45171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['Voltage','Current','Temperature','Power',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'rolling_mean_voltage','rolling_mean_current',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'dV_dt','time_elapsed','cc_cv_flag']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5065776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38912" y="5120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preprocessing_metadata.joblib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395728" y="5120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Seed=42, window=10, Q_nominal per temp, file counts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5504688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4F6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38912" y="5559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file_split_log.csv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395728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assigned to which split, rows, SoC range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1078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Awaiting Mentor Approval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5000" y="1389888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15584" y="1545336"/>
            <a:ext cx="237744" cy="237744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15584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108192" y="14630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derivation scope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108192" y="168249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segment or continuous? Currently derived from start-to-end of each file.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15000" y="199339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815584" y="2148840"/>
            <a:ext cx="237744" cy="237744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15584" y="2148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108192" y="206654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Q_nominal per temperature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108192" y="22860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capacity-derived values. Should these come from Cap_1C files instead?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715000" y="259689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815584" y="2752344"/>
            <a:ext cx="237744" cy="237744"/>
          </a:xfrm>
          <a:prstGeom prst="ellipse">
            <a:avLst/>
          </a:prstGeom>
          <a:solidFill>
            <a:srgbClr val="7F5000"/>
          </a:solidFill>
          <a:ln w="12700">
            <a:solidFill>
              <a:srgbClr val="7F5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815584" y="2752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6108192" y="26700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500-row Charge file threshold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6108192" y="288950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Provisional. Mentor to confirm or revise this cutoff.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715000" y="3200400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815584" y="3355848"/>
            <a:ext cx="237744" cy="23774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815584" y="3355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108192" y="327355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size = 10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108192" y="34930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0.1s sample rate = 1 second lookback. Tunable if needed.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715000" y="3803904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815584" y="3959352"/>
            <a:ext cx="237744" cy="237744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815584" y="3959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6108192" y="387705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bounds 2.5–4.25 V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108192" y="40965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 out-of-range values. IQR outliers all valid — kept.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715000" y="4407408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815584" y="4562856"/>
            <a:ext cx="237744" cy="23774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815584" y="4562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108192" y="44805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SoC MAE threshold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108192" y="470001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3% (RF/XGBoost). DNN benchmark &lt; 1.5% (Kollmeyer 2020).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715000" y="4992624"/>
            <a:ext cx="310896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5852160" y="50657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mentor approval → Dataset V1 frozen → model training begins (Day 13)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2026-09-11T13:20:36Z</dcterms:created>
  <dcterms:modified xsi:type="dcterms:W3CDTF">2026-09-11T13:20:36Z</dcterms:modified>
</cp:coreProperties>
</file>